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CVRDE Work Management Demo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Pilot workflow beneath the Project Manager level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A focused demonstration using fictional accounts and data.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Four accounts cover PM, scientist, and reviewer views.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Apex and Windchill integration remain outside this pilot.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project overview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Project Manager view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2-pm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Dashboard totals come from the current database.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Tasks show owner, status, priority, due date, and overdue work.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One reset restores a predictable demonstration picture.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planning and groups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Project Manager view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3-projects-and-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Create projects, parent tasks, and assigned work.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Project groups control sharing and three fixed permissions.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Members can belong to more than one group.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Scientist task view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Member view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7-member-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Members see their own tasks and tasks shared with their groups.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Private tasks stay hidden from other members.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Owners update progress and submit work.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Results, review, and history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Task detail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4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The PM can return or accept a submitted result.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Earlier result and attachment versions remain available.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The timeline records task events and supports CSV export.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Approvals awaiting action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PM and reviewer queues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5-pending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The PM sees result reviews and extension requests together.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Reassignments use a separate reviewer approval step.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Decisions update task history and leave the queue.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Reviewer decision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Reviewer view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8-reviewer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A live reassignment request appears for the reviewer.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Approval changes ownership; rejection keeps it unchanged.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Old and new owners receive a notification when SMTP is configured.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31089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35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Reports and deployment readiness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589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984"/>
                </a:solidFill>
              </a:rPr>
              <a:t>Project Manager report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7818120" cy="5010912"/>
          </a:xfrm>
          <a:prstGeom prst="roundRect">
            <a:avLst>
              <a:gd name="adj" fmla="val 1825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pic>
        <p:nvPicPr>
          <p:cNvPr id="6" name="Image 0" descr="T:\Biztel\CVRDE\docs\screenshots\06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9304"/>
            <a:ext cx="7726680" cy="49194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43584"/>
            <a:ext cx="3364992" cy="501091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DCE8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53E"/>
                </a:solidFill>
              </a:rPr>
              <a:t>What this shows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95944" y="211226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5740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Overdue Tasks and Project Progress support filters and CSV.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95944" y="311810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06324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Local browser and API workflows have been verified.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95944" y="4123944"/>
            <a:ext cx="91440" cy="91440"/>
          </a:xfrm>
          <a:prstGeom prst="ellipse">
            <a:avLst/>
          </a:prstGeom>
          <a:solidFill>
            <a:srgbClr val="087E73"/>
          </a:solidFill>
          <a:ln w="12700">
            <a:solidFill>
              <a:srgbClr val="087E7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069080"/>
            <a:ext cx="2606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353E"/>
                </a:solidFill>
              </a:rPr>
              <a:t>Cloud VM, Neon, HTTPS, and email delivery need deployment settings.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54710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87E73"/>
                </a:solidFill>
              </a:rPr>
              <a:t>FICTIONAL DATA · PILOT DEMO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155680" y="6510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984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CVRDE Work Management Demo</dc:title>
  <dc:subject>CVRDE work management pilot</dc:subject>
  <dc:creator>BiztelAI</dc:creator>
  <cp:lastModifiedBy>BiztelAI</cp:lastModifiedBy>
  <cp:revision>1</cp:revision>
  <dcterms:created xsi:type="dcterms:W3CDTF">2026-10-24T07:40:19Z</dcterms:created>
  <dcterms:modified xsi:type="dcterms:W3CDTF">2026-10-24T07:40:19Z</dcterms:modified>
</cp:coreProperties>
</file>