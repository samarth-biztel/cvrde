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80" kern="0" dirty="0">
                <a:solidFill>
                  <a:srgbClr val="4338CA"/>
                </a:solidFill>
              </a:rPr>
              <a:t>PILOT DEMONSTRATION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CVRDE Work Management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07008"/>
            <a:ext cx="781812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</p:spPr>
      </p:sp>
      <p:pic>
        <p:nvPicPr>
          <p:cNvPr id="6" name="Image 0" descr="T:\Biztel\CVRDE\docs\screenshots\01-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" y="1243584"/>
            <a:ext cx="7744968" cy="495604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439912" y="1207008"/>
            <a:ext cx="3364992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0" y="1545336"/>
            <a:ext cx="2834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4338CA"/>
                </a:solidFill>
              </a:rPr>
              <a:t>IN THIS VIEW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8695944" y="2066544"/>
            <a:ext cx="73152" cy="73152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915400" y="2011680"/>
            <a:ext cx="26060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A0A0A"/>
                </a:solidFill>
              </a:rPr>
              <a:t>Four fictional accounts cover the PM, two scientists, and reviewer.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695944" y="3300984"/>
            <a:ext cx="73152" cy="73152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915400" y="3246120"/>
            <a:ext cx="26060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A0A0A"/>
                </a:solidFill>
              </a:rPr>
              <a:t>The login page includes the public demo password.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8695944" y="4535424"/>
            <a:ext cx="73152" cy="73152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915400" y="4480560"/>
            <a:ext cx="26060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A0A0A"/>
                </a:solidFill>
              </a:rPr>
              <a:t>One Vercel project hosts the interface and API.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411480" y="651967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52525B"/>
                </a:solidFill>
              </a:rPr>
              <a:t>FICTIONAL DATA  /  OCT 2026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11018520" y="651052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525B"/>
                </a:solidFill>
              </a:rPr>
              <a:t>01 / 08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80" kern="0" dirty="0">
                <a:solidFill>
                  <a:srgbClr val="4338CA"/>
                </a:solidFill>
              </a:rPr>
              <a:t>PROJECT MANAGER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07008"/>
            <a:ext cx="781812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</p:spPr>
      </p:sp>
      <p:pic>
        <p:nvPicPr>
          <p:cNvPr id="6" name="Image 0" descr="T:\Biztel\CVRDE\docs\screenshots\02-pm-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" y="1243584"/>
            <a:ext cx="7744968" cy="495604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439912" y="1207008"/>
            <a:ext cx="3364992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0" y="1545336"/>
            <a:ext cx="2834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4338CA"/>
                </a:solidFill>
              </a:rPr>
              <a:t>IN THIS VIEW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8695944" y="2066544"/>
            <a:ext cx="73152" cy="73152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915400" y="2011680"/>
            <a:ext cx="26060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A0A0A"/>
                </a:solidFill>
              </a:rPr>
              <a:t>Dashboard totals come from current task and approval data.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695944" y="3300984"/>
            <a:ext cx="73152" cy="73152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915400" y="3246120"/>
            <a:ext cx="26060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A0A0A"/>
                </a:solidFill>
              </a:rPr>
              <a:t>Seventeen seeded tasks cover varied owners and deadlines.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8695944" y="4535424"/>
            <a:ext cx="73152" cy="73152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915400" y="4480560"/>
            <a:ext cx="26060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A0A0A"/>
                </a:solidFill>
              </a:rPr>
              <a:t>Decision and overdue lists lead to the underlying work.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411480" y="651967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52525B"/>
                </a:solidFill>
              </a:rPr>
              <a:t>FICTIONAL DATA  /  OCT 2026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11018520" y="651052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525B"/>
                </a:solidFill>
              </a:rPr>
              <a:t>02 / 08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80" kern="0" dirty="0">
                <a:solidFill>
                  <a:srgbClr val="4338CA"/>
                </a:solidFill>
              </a:rPr>
              <a:t>PROJECT MANAGER SETTINGS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setup and groups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07008"/>
            <a:ext cx="781812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</p:spPr>
      </p:sp>
      <p:pic>
        <p:nvPicPr>
          <p:cNvPr id="6" name="Image 0" descr="T:\Biztel\CVRDE\docs\screenshots\03-projects-and-group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" y="1243584"/>
            <a:ext cx="7744968" cy="495604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439912" y="1207008"/>
            <a:ext cx="3364992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0" y="1545336"/>
            <a:ext cx="2834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4338CA"/>
                </a:solidFill>
              </a:rPr>
              <a:t>IN THIS VIEW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8695944" y="2066544"/>
            <a:ext cx="73152" cy="73152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915400" y="2011680"/>
            <a:ext cx="26060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A0A0A"/>
                </a:solidFill>
              </a:rPr>
              <a:t>Create projects and add existing team members.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695944" y="3300984"/>
            <a:ext cx="73152" cy="73152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915400" y="3246120"/>
            <a:ext cx="26060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A0A0A"/>
                </a:solidFill>
              </a:rPr>
              <a:t>Add groups manually or import an Excel sheet.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8695944" y="4535424"/>
            <a:ext cx="73152" cy="73152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915400" y="4480560"/>
            <a:ext cx="26060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A0A0A"/>
                </a:solidFill>
              </a:rPr>
              <a:t>Group permissions control shared work.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411480" y="651967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52525B"/>
                </a:solidFill>
              </a:rPr>
              <a:t>FICTIONAL DATA  /  OCT 2026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11018520" y="651052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525B"/>
                </a:solidFill>
              </a:rPr>
              <a:t>03 / 08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80" kern="0" dirty="0">
                <a:solidFill>
                  <a:srgbClr val="4338CA"/>
                </a:solidFill>
              </a:rPr>
              <a:t>SCIENTIST ONE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Scientist workspace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07008"/>
            <a:ext cx="781812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</p:spPr>
      </p:sp>
      <p:pic>
        <p:nvPicPr>
          <p:cNvPr id="6" name="Image 0" descr="T:\Biztel\CVRDE\docs\screenshots\07-member-task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" y="1243584"/>
            <a:ext cx="7744968" cy="495604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439912" y="1207008"/>
            <a:ext cx="3364992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0" y="1545336"/>
            <a:ext cx="2834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4338CA"/>
                </a:solidFill>
              </a:rPr>
              <a:t>IN THIS VIEW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8695944" y="2066544"/>
            <a:ext cx="73152" cy="73152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915400" y="2011680"/>
            <a:ext cx="26060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A0A0A"/>
                </a:solidFill>
              </a:rPr>
              <a:t>The table shows task, due date, and linked work.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695944" y="3300984"/>
            <a:ext cx="73152" cy="73152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915400" y="3246120"/>
            <a:ext cx="26060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A0A0A"/>
                </a:solidFill>
              </a:rPr>
              <a:t>Members see owned and permitted shared tasks.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8695944" y="4535424"/>
            <a:ext cx="73152" cy="73152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915400" y="4480560"/>
            <a:ext cx="26060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A0A0A"/>
                </a:solidFill>
              </a:rPr>
              <a:t>Status and results are updated inside task detail.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411480" y="651967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52525B"/>
                </a:solidFill>
              </a:rPr>
              <a:t>FICTIONAL DATA  /  OCT 2026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11018520" y="651052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525B"/>
                </a:solidFill>
              </a:rPr>
              <a:t>04 / 08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80" kern="0" dirty="0">
                <a:solidFill>
                  <a:srgbClr val="4338CA"/>
                </a:solidFill>
              </a:rPr>
              <a:t>TASK DETAIL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Results and evidence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07008"/>
            <a:ext cx="781812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</p:spPr>
      </p:sp>
      <p:pic>
        <p:nvPicPr>
          <p:cNvPr id="6" name="Image 0" descr="T:\Biztel\CVRDE\docs\screenshots\04-task-det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" y="1243584"/>
            <a:ext cx="7744968" cy="495604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439912" y="1207008"/>
            <a:ext cx="3364992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0" y="1545336"/>
            <a:ext cx="2834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4338CA"/>
                </a:solidFill>
              </a:rPr>
              <a:t>IN THIS VIEW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8695944" y="2066544"/>
            <a:ext cx="73152" cy="73152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915400" y="2011680"/>
            <a:ext cx="26060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A0A0A"/>
                </a:solidFill>
              </a:rPr>
              <a:t>Status changes through a dropdown.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695944" y="3300984"/>
            <a:ext cx="73152" cy="73152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915400" y="3246120"/>
            <a:ext cx="26060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A0A0A"/>
                </a:solidFill>
              </a:rPr>
              <a:t>A single description submits each result version.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8695944" y="4535424"/>
            <a:ext cx="73152" cy="73152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915400" y="4480560"/>
            <a:ext cx="26060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A0A0A"/>
                </a:solidFill>
              </a:rPr>
              <a:t>Prerequisites and reassignment live in task detail.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411480" y="651967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52525B"/>
                </a:solidFill>
              </a:rPr>
              <a:t>FICTIONAL DATA  /  OCT 2026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11018520" y="651052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525B"/>
                </a:solidFill>
              </a:rPr>
              <a:t>05 / 08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80" kern="0" dirty="0">
                <a:solidFill>
                  <a:srgbClr val="4338CA"/>
                </a:solidFill>
              </a:rPr>
              <a:t>PROJECT MANAGER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Review and approvals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07008"/>
            <a:ext cx="781812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</p:spPr>
      </p:sp>
      <p:pic>
        <p:nvPicPr>
          <p:cNvPr id="6" name="Image 0" descr="T:\Biztel\CVRDE\docs\screenshots\05-pending-ac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" y="1243584"/>
            <a:ext cx="7744968" cy="495604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439912" y="1207008"/>
            <a:ext cx="3364992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0" y="1545336"/>
            <a:ext cx="2834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4338CA"/>
                </a:solidFill>
              </a:rPr>
              <a:t>IN THIS VIEW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8695944" y="2066544"/>
            <a:ext cx="73152" cy="73152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915400" y="2011680"/>
            <a:ext cx="26060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A0A0A"/>
                </a:solidFill>
              </a:rPr>
              <a:t>Filter decisions by request type and task.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695944" y="3300984"/>
            <a:ext cx="73152" cy="73152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915400" y="3246120"/>
            <a:ext cx="26060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A0A0A"/>
                </a:solidFill>
              </a:rPr>
              <a:t>Managers decide employee reassignment requests.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8695944" y="4535424"/>
            <a:ext cx="73152" cy="73152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915400" y="4480560"/>
            <a:ext cx="26060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A0A0A"/>
                </a:solidFill>
              </a:rPr>
              <a:t>Results, extensions, and prerequisites share one queue.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411480" y="651967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52525B"/>
                </a:solidFill>
              </a:rPr>
              <a:t>FICTIONAL DATA  /  OCT 2026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11018520" y="651052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525B"/>
                </a:solidFill>
              </a:rPr>
              <a:t>06 / 08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80" kern="0" dirty="0">
                <a:solidFill>
                  <a:srgbClr val="4338CA"/>
                </a:solidFill>
              </a:rPr>
              <a:t>REVIEWER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Independent reviewer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07008"/>
            <a:ext cx="781812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</p:spPr>
      </p:sp>
      <p:pic>
        <p:nvPicPr>
          <p:cNvPr id="6" name="Image 0" descr="T:\Biztel\CVRDE\docs\screenshots\08-reviewer-ac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" y="1243584"/>
            <a:ext cx="7744968" cy="495604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439912" y="1207008"/>
            <a:ext cx="3364992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0" y="1545336"/>
            <a:ext cx="2834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4338CA"/>
                </a:solidFill>
              </a:rPr>
              <a:t>IN THIS VIEW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8695944" y="2066544"/>
            <a:ext cx="73152" cy="73152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915400" y="2011680"/>
            <a:ext cx="26060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A0A0A"/>
                </a:solidFill>
              </a:rPr>
              <a:t>A PM reassignment request reaches the reviewer.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695944" y="3300984"/>
            <a:ext cx="73152" cy="73152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915400" y="3246120"/>
            <a:ext cx="26060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A0A0A"/>
                </a:solidFill>
              </a:rPr>
              <a:t>The reason and work window are visible before a decision.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8695944" y="4535424"/>
            <a:ext cx="73152" cy="73152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915400" y="4480560"/>
            <a:ext cx="26060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A0A0A"/>
                </a:solidFill>
              </a:rPr>
              <a:t>Approval changes ownership; rejection retains it.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411480" y="651967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52525B"/>
                </a:solidFill>
              </a:rPr>
              <a:t>FICTIONAL DATA  /  OCT 2026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11018520" y="651052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525B"/>
                </a:solidFill>
              </a:rPr>
              <a:t>07 / 08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80" kern="0" dirty="0">
                <a:solidFill>
                  <a:srgbClr val="4338CA"/>
                </a:solidFill>
              </a:rPr>
              <a:t>PROJECT MANAGER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Reports and pilot readiness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07008"/>
            <a:ext cx="781812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</p:spPr>
      </p:sp>
      <p:pic>
        <p:nvPicPr>
          <p:cNvPr id="6" name="Image 0" descr="T:\Biztel\CVRDE\docs\screenshots\06-repor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" y="1243584"/>
            <a:ext cx="7744968" cy="495604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439912" y="1207008"/>
            <a:ext cx="3364992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0" y="1545336"/>
            <a:ext cx="2834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4338CA"/>
                </a:solidFill>
              </a:rPr>
              <a:t>IN THIS VIEW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8695944" y="2066544"/>
            <a:ext cx="73152" cy="73152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915400" y="2011680"/>
            <a:ext cx="26060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A0A0A"/>
                </a:solidFill>
              </a:rPr>
              <a:t>Overdue Tasks and Project Progress offer CSV export.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695944" y="3300984"/>
            <a:ext cx="73152" cy="73152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915400" y="3246120"/>
            <a:ext cx="26060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A0A0A"/>
                </a:solidFill>
              </a:rPr>
              <a:t>The HTTPS demo runs on biztel-ai-cvrde.vercel.app.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8695944" y="4535424"/>
            <a:ext cx="73152" cy="73152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915400" y="4480560"/>
            <a:ext cx="26060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A0A0A"/>
                </a:solidFill>
              </a:rPr>
              <a:t>SMTP delivery requires controlled inboxes and settings.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411480" y="651967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52525B"/>
                </a:solidFill>
              </a:rPr>
              <a:t>FICTIONAL DATA  /  OCT 2026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11018520" y="651052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525B"/>
                </a:solidFill>
              </a:rPr>
              <a:t>08 / 08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CVRDE Work Management Demo</dc:title>
  <dc:subject>CVRDE fictional pilot demonstration</dc:subject>
  <dc:creator>samarth-biztel</dc:creator>
  <cp:lastModifiedBy>samarth-biztel</cp:lastModifiedBy>
  <cp:revision>1</cp:revision>
  <dcterms:created xsi:type="dcterms:W3CDTF">2026-10-27T16:37:56Z</dcterms:created>
  <dcterms:modified xsi:type="dcterms:W3CDTF">2026-10-27T16:37:56Z</dcterms:modified>
</cp:coreProperties>
</file>