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4338CA"/>
                </a:solidFill>
              </a:rPr>
              <a:t>PILOT DEMONSTRATION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CVRDE Work Management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78181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pic>
        <p:nvPicPr>
          <p:cNvPr id="6" name="Image 0" descr="T:\Biztel\CVRDE\docs\screenshots\01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243584"/>
            <a:ext cx="7744968" cy="4956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39912" y="1207008"/>
            <a:ext cx="336499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1545336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4338CA"/>
                </a:solidFill>
              </a:rPr>
              <a:t>IN THIS VIEW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695944" y="206654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201168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Four fictional accounts cover the PM, two scientists, and reviewer.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695944" y="330098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324612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The login page includes the public demo password.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695944" y="453542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448056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One Vercel project hosts the interface and API.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11480" y="651967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2525B"/>
                </a:solidFill>
              </a:rPr>
              <a:t>FICTIONAL DATA  /  OCT 2026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018520" y="651052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</a:rPr>
              <a:t>01 / 09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4338CA"/>
                </a:solidFill>
              </a:rPr>
              <a:t>PROJECT MANAGER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overview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78181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pic>
        <p:nvPicPr>
          <p:cNvPr id="6" name="Image 0" descr="T:\Biztel\CVRDE\docs\screenshots\02-pm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243584"/>
            <a:ext cx="7744968" cy="4956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39912" y="1207008"/>
            <a:ext cx="336499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1545336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4338CA"/>
                </a:solidFill>
              </a:rPr>
              <a:t>IN THIS VIEW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695944" y="206654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201168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Three sub-projects are at different stages.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695944" y="330098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324612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Risk shows overdue, due soon, and stale tasks.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695944" y="453542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448056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Decisions and progress lead to the underlying work.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11480" y="651967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2525B"/>
                </a:solidFill>
              </a:rPr>
              <a:t>FICTIONAL DATA  /  OCT 2026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018520" y="651052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</a:rPr>
              <a:t>02 / 09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4338CA"/>
                </a:solidFill>
              </a:rPr>
              <a:t>PROJECT MANAGER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structure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78181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pic>
        <p:nvPicPr>
          <p:cNvPr id="6" name="Image 0" descr="T:\Biztel\CVRDE\docs\screenshots\03-projects-and-grou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243584"/>
            <a:ext cx="7744968" cy="4956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39912" y="1207008"/>
            <a:ext cx="336499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1545336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4338CA"/>
                </a:solidFill>
              </a:rPr>
              <a:t>IN THIS VIEW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695944" y="206654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201168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Project → Sub-project → Task.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695944" y="330098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324612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PM sets each sub-project objective, owner, and due date.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695944" y="453542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448056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Sub-project owners assign tasks within their scope.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11480" y="651967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2525B"/>
                </a:solidFill>
              </a:rPr>
              <a:t>FICTIONAL DATA  /  OCT 2026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018520" y="651052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</a:rPr>
              <a:t>03 / 09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4338CA"/>
                </a:solidFill>
              </a:rPr>
              <a:t>MY WORK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Task owner workspace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78181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pic>
        <p:nvPicPr>
          <p:cNvPr id="6" name="Image 0" descr="T:\Biztel\CVRDE\docs\screenshots\07-member-tas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243584"/>
            <a:ext cx="7744968" cy="4956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39912" y="1207008"/>
            <a:ext cx="336499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1545336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4338CA"/>
                </a:solidFill>
              </a:rPr>
              <a:t>IN THIS VIEW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695944" y="206654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201168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Owned tasks are grouped by when action is due.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695944" y="330098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324612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Returned work shows the reviewer reason.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695944" y="453542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448056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Submitted work waits for review.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11480" y="651967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2525B"/>
                </a:solidFill>
              </a:rPr>
              <a:t>FICTIONAL DATA  /  OCT 2026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018520" y="651052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</a:rPr>
              <a:t>04 / 09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4338CA"/>
                </a:solidFill>
              </a:rPr>
              <a:t>TASK DETAIL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Results and evidence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78181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pic>
        <p:nvPicPr>
          <p:cNvPr id="6" name="Image 0" descr="T:\Biztel\CVRDE\docs\screenshots\04-task-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243584"/>
            <a:ext cx="7744968" cy="4956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39912" y="1207008"/>
            <a:ext cx="336499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1545336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4338CA"/>
                </a:solidFill>
              </a:rPr>
              <a:t>IN THIS VIEW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695944" y="206654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201168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Start, attach a report, and submit a result.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695944" y="330098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324612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Reviewers return with a reason or sign off.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695944" y="453542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448056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Activity explains each change in plain language.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11480" y="651967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2525B"/>
                </a:solidFill>
              </a:rPr>
              <a:t>FICTIONAL DATA  /  OCT 2026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018520" y="651052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</a:rPr>
              <a:t>05 / 09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4338CA"/>
                </a:solidFill>
              </a:rPr>
              <a:t>SUB-PROJECT OWNER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Evidence review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78181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pic>
        <p:nvPicPr>
          <p:cNvPr id="6" name="Image 0" descr="T:\Biztel\CVRDE\docs\screenshots\05-pending-ac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243584"/>
            <a:ext cx="7744968" cy="4956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39912" y="1207008"/>
            <a:ext cx="336499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1545336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4338CA"/>
                </a:solidFill>
              </a:rPr>
              <a:t>IN THIS VIEW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695944" y="206654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201168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Submitted evidence is visible in the review queue.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695944" y="330098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324612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Return requires a reason and alerts the task owner.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695944" y="453542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448056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Sign-off increases sub-project progress.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11480" y="651967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2525B"/>
                </a:solidFill>
              </a:rPr>
              <a:t>FICTIONAL DATA  /  OCT 2026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018520" y="651052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</a:rPr>
              <a:t>06 / 09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4338CA"/>
                </a:solidFill>
              </a:rPr>
              <a:t>PROJECT MANAGER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follow-up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78181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pic>
        <p:nvPicPr>
          <p:cNvPr id="6" name="Image 0" descr="T:\Biztel\CVRDE\docs\screenshots\08-reviewer-ac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243584"/>
            <a:ext cx="7744968" cy="4956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39912" y="1207008"/>
            <a:ext cx="336499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1545336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4338CA"/>
                </a:solidFill>
              </a:rPr>
              <a:t>IN THIS VIEW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695944" y="206654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201168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Record minutes and assign an action item.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695944" y="330098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324612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The action appears in its owner’s My work.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695944" y="453542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448056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The owner receives an assignment notification.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11480" y="651967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2525B"/>
                </a:solidFill>
              </a:rPr>
              <a:t>FICTIONAL DATA  /  OCT 2026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018520" y="651052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</a:rPr>
              <a:t>07 / 09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4338CA"/>
                </a:solidFill>
              </a:rPr>
              <a:t>HOSTED DEMO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Pilot readiness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78181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pic>
        <p:nvPicPr>
          <p:cNvPr id="6" name="Image 0" descr="T:\Biztel\CVRDE\docs\screenshots\06-repo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243584"/>
            <a:ext cx="7744968" cy="4956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39912" y="1207008"/>
            <a:ext cx="336499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1545336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4338CA"/>
                </a:solidFill>
              </a:rPr>
              <a:t>IN THIS VIEW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695944" y="206654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201168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The eight-step loop runs on the hosted build.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695944" y="330098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324612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Email uses Resend with a redirected team inbox.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695944" y="453542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448056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Live delivery check follows deployment configuration.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11480" y="651967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2525B"/>
                </a:solidFill>
              </a:rPr>
              <a:t>FICTIONAL DATA  /  OCT 2026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018520" y="651052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</a:rPr>
              <a:t>08 / 09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4338CA"/>
                </a:solidFill>
              </a:rPr>
              <a:t>ROADMAP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After the pilot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75488" y="1517904"/>
            <a:ext cx="109728" cy="10972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371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A0A0A"/>
                </a:solidFill>
              </a:rPr>
              <a:t>Milestone planning and tracking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75488" y="2450592"/>
            <a:ext cx="109728" cy="10972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230428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A0A0A"/>
                </a:solidFill>
              </a:rPr>
              <a:t>Minutes approval workflow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75488" y="3383280"/>
            <a:ext cx="109728" cy="10972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323697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A0A0A"/>
                </a:solidFill>
              </a:rPr>
              <a:t>Technology readiness level (TRL) tracking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75488" y="4315968"/>
            <a:ext cx="109728" cy="10972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" y="4169664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A0A0A"/>
                </a:solidFill>
              </a:rPr>
              <a:t>Multi-level review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75488" y="5248656"/>
            <a:ext cx="109728" cy="10972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510235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A0A0A"/>
                </a:solidFill>
              </a:rPr>
              <a:t>On-premise deployment and object storage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11480" y="651967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2525B"/>
                </a:solidFill>
              </a:rPr>
              <a:t>PLANNED  /  NOT IN CURRENT DEMO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018520" y="651052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</a:rPr>
              <a:t>09 / 09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CVRDE Work Management Demo</dc:title>
  <dc:subject>CVRDE fictional pilot demonstration</dc:subject>
  <dc:creator>samarth-biztel</dc:creator>
  <cp:lastModifiedBy>samarth-biztel</cp:lastModifiedBy>
  <cp:revision>1</cp:revision>
  <dcterms:created xsi:type="dcterms:W3CDTF">2026-10-31T09:57:12Z</dcterms:created>
  <dcterms:modified xsi:type="dcterms:W3CDTF">2026-10-31T09:57:12Z</dcterms:modified>
</cp:coreProperties>
</file>