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PILOT DEMONSTRATION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CVRDE Work Management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1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Four fictional accounts cover the PM, two scientists, and reviewer.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The login page includes the public demo password.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One Vercel project hosts the interface and API.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01 / 08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PROJECT MANAGER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2-pm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Dashboard totals come from current task and approval data.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Seventeen seeded tasks cover varied owners and deadlines.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Decision and overdue lists lead to the underlying work.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02 / 08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PROJECT MANAGER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Projects and controlled sharing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3-projects-and-grou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Create projects, parent tasks, and assigned work.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Groups control member access and task sharing.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Permissions apply to the API as well as the interface.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03 / 08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SCIENTIST ONE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Scientist workspace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7-member-task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Members see owned tasks and work shared through groups.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They update progress and submit results.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Private work stays outside other members’ views.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04 / 08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TASK DETAIL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Results and evidence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4-task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Submitted results can be returned, revised, and accepted.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Document versions remain available to authorized users.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Task history records the sequence of changes.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05 / 08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PROJECT MANAGER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Pending decisions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5-pending-a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Result reviews and due date requests appear in one queue.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Approval or rejection updates the task and history.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Completed decisions leave the queue.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06 / 08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REVIEWER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Independent reviewer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8-reviewer-a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A reassignment request is routed to the reviewer.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Approval changes ownership; rejection retains it.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The action is recorded for audit and reporting.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07 / 08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74320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4338CA"/>
                </a:solidFill>
              </a:rPr>
              <a:t>PROJECT MANAGER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11480" y="530352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0A0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Reports and pilot readiness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781812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pic>
        <p:nvPicPr>
          <p:cNvPr id="6" name="Image 0" descr="T:\Biztel\CVRDE\docs\screenshots\06-repor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" y="1243584"/>
            <a:ext cx="7744968" cy="4956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39912" y="1207008"/>
            <a:ext cx="3364992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0" y="1545336"/>
            <a:ext cx="283464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4338CA"/>
                </a:solidFill>
              </a:rPr>
              <a:t>IN THIS VIEW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8695944" y="206654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915400" y="201168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Overdue Tasks and Project Progress offer CSV export.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8695944" y="330098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915400" y="324612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The HTTPS demo runs on biztel-ai-cvrde.vercel.app.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8695944" y="4535424"/>
            <a:ext cx="73152" cy="73152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15400" y="4480560"/>
            <a:ext cx="260604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0A0A0A"/>
                </a:solidFill>
              </a:rPr>
              <a:t>SMTP delivery requires controlled inboxes and settings.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411480" y="651967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52525B"/>
                </a:solidFill>
              </a:rPr>
              <a:t>FICTIONAL DATA  /  OCT 2026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1018520" y="6510528"/>
            <a:ext cx="685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25B"/>
                </a:solidFill>
              </a:rPr>
              <a:t>08 / 08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CVRDE Work Management Demo</dc:title>
  <dc:subject>CVRDE fictional pilot demonstration</dc:subject>
  <dc:creator>samarth-biztel</dc:creator>
  <cp:lastModifiedBy>samarth-biztel</cp:lastModifiedBy>
  <cp:revision>1</cp:revision>
  <dcterms:created xsi:type="dcterms:W3CDTF">2026-10-25T04:34:46Z</dcterms:created>
  <dcterms:modified xsi:type="dcterms:W3CDTF">2026-10-25T04:34:46Z</dcterms:modified>
</cp:coreProperties>
</file>